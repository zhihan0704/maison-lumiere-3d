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635" y="57150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B31E2E"/>
                </a:solidFill>
                <a:latin typeface="微软雅黑" panose="020B0503020204020204" charset="-122"/>
              </a:rPr>
              <a:t>《鸣潮》人物介绍</a:t>
            </a:r>
            <a:endParaRPr sz="1800" b="0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92800" y="1496060"/>
            <a:ext cx="10559415" cy="25247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5400" b="1">
                <a:solidFill>
                  <a:srgbClr val="1A1A1A"/>
                </a:solidFill>
                <a:latin typeface="微软雅黑" panose="020B0503020204020204" charset="-122"/>
              </a:rPr>
              <a:t>心月狐</a:t>
            </a:r>
            <a:endParaRPr sz="54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2600" b="1">
                <a:solidFill>
                  <a:srgbClr val="B31E2E"/>
                </a:solidFill>
                <a:latin typeface="微软雅黑" panose="020B0503020204020204" charset="-122"/>
              </a:rPr>
              <a:t>首位可玩的岁主共鸣者</a:t>
            </a:r>
            <a:endParaRPr sz="26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游戏内名称「心」（Hsin）· 五星 · 导电 · 音感仪 · 出身梦州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800" b="0">
                <a:solidFill>
                  <a:srgbClr val="6E6E6E"/>
                </a:solidFill>
                <a:latin typeface="微软雅黑" panose="020B0503020204020204" charset="-122"/>
              </a:rPr>
              <a:t>3.7 版本「镜锁妄世，心照红尘」· 共 10 页</a:t>
            </a:r>
            <a:endParaRPr sz="18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keyart_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" y="1224280"/>
            <a:ext cx="4491355" cy="2334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封面图：3.7 版本宣传图，转自 4399 手游网《鸣潮 3.7 卡池角色介绍》。角色与图像版权归库洛游戏所有。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她不是又一位狐耳角色，而是《鸣潮》首个可玩的岁主共鸣者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6766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此前「岁主」只存在于世界观与剧情之中——玩家能读到、见到，却无法操作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「心」把这一层设定首次变为可操控的战斗单位，角色分量因此不同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同版本另一位五星「锁暝」也来自梦州，两人共享协同攻击机制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6E6E6E"/>
                </a:solidFill>
                <a:latin typeface="微软雅黑" panose="020B0503020204020204" charset="-122"/>
              </a:rPr>
              <a:t>图：3.7 版本「镜锁妄世，心照红尘」宣传图，转自 4399 手游网。</a:t>
            </a:r>
            <a:endParaRPr sz="12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keyart_3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588089"/>
            <a:ext cx="4114800" cy="213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资料来源：17173《鸣潮》3.7 新角色实机演示报道；4399 手游网《鸣潮》3.7 卡池角色介绍。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她的档案：五星导电输出，武器音感仪，出身梦州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名称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74519" y="17830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心月狐（游戏内「心」／英文 Hsin）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40487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稀有度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74519" y="2404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五星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属性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4519" y="302666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导电（电磁效应体系）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64845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武器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74519" y="364845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音感仪（专属）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270248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出身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74519" y="427024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梦州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1">
                <a:solidFill>
                  <a:srgbClr val="B31E2E"/>
                </a:solidFill>
                <a:latin typeface="微软雅黑" panose="020B0503020204020204" charset="-122"/>
              </a:rPr>
              <a:t>定位</a:t>
            </a:r>
            <a:endParaRPr sz="18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4519" y="48920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1A1A1A"/>
                </a:solidFill>
                <a:latin typeface="微软雅黑" panose="020B0503020204020204" charset="-122"/>
              </a:rPr>
              <a:t>导电输出，主打共鸣技能伤害</a:t>
            </a:r>
            <a:endParaRPr sz="18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15" name="Picture 14" descr="hsin_inga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803569"/>
            <a:ext cx="4434840" cy="3799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58064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</a:pPr>
            <a:r>
              <a:rPr sz="1400" b="1">
                <a:solidFill>
                  <a:srgbClr val="B31E2E"/>
                </a:solidFill>
                <a:latin typeface="微软雅黑" panose="020B0503020204020204" charset="-122"/>
              </a:rPr>
              <a:t>↑ 实机画面：白发狐耳 + 红黑金配色，与「国风机关」场景同框</a:t>
            </a:r>
            <a:endParaRPr sz="14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 实机演示报道、4399《鸣潮 V3.7 心月狐攻略》；图为 17173 新闻配图。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视觉上，狐、机关、红黑金三件事同时讲清楚了她的身份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0" y="1783080"/>
            <a:ext cx="65836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白发狐耳与赤瞳：一眼识别为狐，且与「月」「火」的妖异气质一致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红黑为主、金色描边：妖艳而非可爱，符合岁主身份的压迫感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赤足与高质感足饰：把「不履尘世」的设定穿在身上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服装上有金属构件与流苏：呼应她精通机关构造的设定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hsin_c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860" y="1600200"/>
            <a:ext cx="295747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3387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6E6E6E"/>
                </a:solidFill>
                <a:latin typeface="微软雅黑" panose="020B0503020204020204" charset="-122"/>
              </a:rPr>
              <a:t>图：官方角色卡（玩家转载），转自 4399 手游网攻略。</a:t>
            </a:r>
            <a:endParaRPr sz="12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 实机演示报道的角色造型与性格描述；角色卡为官方「共鸣者展示」素材的玩家转载。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在世界观里，她是梦州城机关术的创作者，而不只是使用者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精通机关构造技艺，梦州城内诸多经典精巧机关均出自她手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能力底色因此是「造物」而非「法术」——她的战斗读作操控，而非施法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热爱尘世烟火与世间喜乐，性格灵动，与岁主的威权身份形成反差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2000" b="1">
                <a:solidFill>
                  <a:srgbClr val="B31E2E"/>
                </a:solidFill>
                <a:latin typeface="微软雅黑" panose="020B0503020204020204" charset="-122"/>
              </a:rPr>
              <a:t>一句话理解：她是「先造出世界，再走进世界」的角色。</a:t>
            </a:r>
            <a:endParaRPr sz="20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资料来源：17173《鸣潮》3.7 新角色实机演示报道（2026-09-03）。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她的专属异能「万相分形」让一个人同时成为多个人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化一为众：由一个本体分化出多个个体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多体共存：分化出的个体同时在场、同时行动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互通感知：所有个体共享同一套感知，行动因此可以协同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这解释了实机演示里她为何能一边操控机关、一边本体作战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25780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300" b="1">
                <a:solidFill>
                  <a:srgbClr val="B31E2E"/>
                </a:solidFill>
                <a:latin typeface="微软雅黑" panose="020B0503020204020204" charset="-122"/>
              </a:rPr>
              <a:t>读法：分形不是召唤术，</a:t>
            </a:r>
            <a:endParaRPr sz="2300" b="1">
              <a:solidFill>
                <a:srgbClr val="B31E2E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2300" b="1">
                <a:solidFill>
                  <a:srgbClr val="B31E2E"/>
                </a:solidFill>
                <a:latin typeface="微软雅黑" panose="020B0503020204020204" charset="-122"/>
              </a:rPr>
              <a:t>　　　是「同一意识占据多个身体」。</a:t>
            </a:r>
            <a:endParaRPr sz="23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资料来源：17173《鸣潮》3.7 新角色实机演示报道；9game《共鸣者「心」、「锁暝」演示发布》。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战斗上她有两套形态：常规形态与白狐形态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76656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双形态作战是她的核心机制，也是上手门槛主要来源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形态切换承接「万相分形」的设定：同一意识，不同形体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输出属性为导电，专属武器为音感仪，围绕共鸣技能组织伤害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定位是主 C：队伍资源向她集中，收益高于分摊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hsin_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6143" y="1600200"/>
            <a:ext cx="329867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5623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>
                <a:solidFill>
                  <a:srgbClr val="6E6E6E"/>
                </a:solidFill>
                <a:latin typeface="微软雅黑" panose="020B0503020204020204" charset="-122"/>
              </a:rPr>
              <a:t>图：实机立绘，转自 4399 手游网攻略（已裁去字幕）。</a:t>
            </a:r>
            <a:endParaRPr sz="12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 实机演示报道（双形态、导电、音感仪）；4399《鸣潮 V3.7 心月狐攻略》（定位）。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配队上，她与「锁暝」的协同攻击把双导电变成一套机制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766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锁暝 → 心：切换时触发周期性雷击，持续压制敌人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心 → 锁暝：反向切换召唤枪状造物，持续输出伤害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两边都是五星导电，队伍思路因此从「堆增伤」变为「排切换顺序」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她自身主打共鸣技能伤害，队友需围绕这一点提供增益与充能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80960" y="19659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1">
                <a:solidFill>
                  <a:srgbClr val="B31E2E"/>
                </a:solidFill>
                <a:latin typeface="微软雅黑" panose="020B0503020204020204" charset="-122"/>
              </a:rPr>
              <a:t>名称</a:t>
            </a:r>
            <a:endParaRPr sz="16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0" y="19659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</a:rPr>
              <a:t>心月狐（心 / Hsin）</a:t>
            </a:r>
            <a:endParaRPr sz="16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0" y="253288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1">
                <a:solidFill>
                  <a:srgbClr val="B31E2E"/>
                </a:solidFill>
                <a:latin typeface="微软雅黑" panose="020B0503020204020204" charset="-122"/>
              </a:rPr>
              <a:t>元素</a:t>
            </a:r>
            <a:endParaRPr sz="16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0" y="25328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</a:rPr>
              <a:t>导电</a:t>
            </a:r>
            <a:endParaRPr sz="16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0" y="309981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1">
                <a:solidFill>
                  <a:srgbClr val="B31E2E"/>
                </a:solidFill>
                <a:latin typeface="微软雅黑" panose="020B0503020204020204" charset="-122"/>
              </a:rPr>
              <a:t>武器</a:t>
            </a:r>
            <a:endParaRPr sz="16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309981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</a:rPr>
              <a:t>音感仪</a:t>
            </a:r>
            <a:endParaRPr sz="16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0" y="366674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1">
                <a:solidFill>
                  <a:srgbClr val="B31E2E"/>
                </a:solidFill>
                <a:latin typeface="微软雅黑" panose="020B0503020204020204" charset="-122"/>
              </a:rPr>
              <a:t>搭档</a:t>
            </a:r>
            <a:endParaRPr sz="1600" b="1">
              <a:solidFill>
                <a:srgbClr val="B31E2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0" y="366674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</a:rPr>
              <a:t>锁暝（五星 · 导电 · 迅刀）</a:t>
            </a:r>
            <a:endParaRPr sz="16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资料来源：17173 实机演示报道（协同攻击机制的触发方向）；4399 攻略（共鸣技能伤害定位）。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结论：她值得认识的三条理由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2000" b="1">
                <a:solidFill>
                  <a:srgbClr val="1A1A1A"/>
                </a:solidFill>
                <a:latin typeface="微软雅黑" panose="020B0503020204020204" charset="-122"/>
              </a:rPr>
              <a:t>• 设定分量：首位可玩的岁主共鸣者，把世界观里最高一层角色交到玩家手上</a:t>
            </a:r>
            <a:endParaRPr sz="2000" b="1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机制新意：万相分形 + 双形态，让「一人多体」成为可操作的核心玩法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22000"/>
              </a:lnSpc>
              <a:spcBef>
                <a:spcPts val="1200"/>
              </a:spcBef>
            </a:pPr>
            <a:r>
              <a:rPr sz="2000" b="0">
                <a:solidFill>
                  <a:srgbClr val="1A1A1A"/>
                </a:solidFill>
                <a:latin typeface="微软雅黑" panose="020B0503020204020204" charset="-122"/>
              </a:rPr>
              <a:t>• 配队价值：与锁暝组成双导电协同，切换顺序本身成为输出手段</a:t>
            </a:r>
            <a:endParaRPr sz="2000" b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800" b="0">
                <a:solidFill>
                  <a:srgbClr val="6E6E6E"/>
                </a:solidFill>
                <a:latin typeface="微软雅黑" panose="020B0503020204020204" charset="-122"/>
              </a:rPr>
              <a:t>3.7 版本「镜锁妄世，心照红尘」— 这页留给提问。</a:t>
            </a:r>
            <a:endParaRPr sz="18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本页为结论页，按技能规范在问答环节保持停留，其后为引用清单。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600" b="1">
                <a:solidFill>
                  <a:srgbClr val="1A1A1A"/>
                </a:solidFill>
                <a:latin typeface="微软雅黑" panose="020B0503020204020204" charset="-122"/>
              </a:rPr>
              <a:t>引用与素材来源</a:t>
            </a:r>
            <a:endParaRPr sz="2600" b="1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109441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17173. 双五星重磅亮相，《鸣潮》3.7 新角色实机演示全公开. 2026-09-03. https://news.17173.com/content/09032026/161256505.shtml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4399 手游网. 【鸣潮 V3.7】心月狐攻略. 2026-09-30. https://a.4399.cn/gl/54260661_335993.html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4399 手游网. 鸣潮 V3.7 版本抽卡建议 / 卡池角色介绍. https://a.4399.cn/gl/54262799_335993.html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9game. 大雷狐娘岁主《鸣潮》共鸣者「心」、「锁暝」演示发布. https://a.9game.cn/mingchao/12062117.html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Notebookcheck. Wuthering Waves confirms Hsin as game's first playable Sentinel. https://www.notebookcheck.net/Wuthering-Waves-confirms-Hsin-as-game-s-first-playable-Sentinel.1383580.0.html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200" b="0">
                <a:solidFill>
                  <a:srgbClr val="1A1A1A"/>
                </a:solidFill>
                <a:latin typeface="微软雅黑" panose="020B0503020204020204" charset="-122"/>
              </a:rPr>
              <a:t>• 库洛游戏. 共鸣者展示｜心. 鸣潮官方网站. https://wutheringwaves.kurogames.com/zh-tw/main/news/detail/5481</a:t>
            </a:r>
            <a:endParaRPr sz="1200" b="0">
              <a:solidFill>
                <a:srgbClr val="1A1A1A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Bef>
                <a:spcPts val="700"/>
              </a:spcBef>
            </a:pPr>
            <a:r>
              <a:rPr sz="1100" b="0">
                <a:solidFill>
                  <a:srgbClr val="6E6E6E"/>
                </a:solidFill>
                <a:latin typeface="微软雅黑" panose="020B0503020204020204" charset="-122"/>
              </a:rPr>
              <a:t>• 图像素材：3.7 版本宣传图、实机截图与角色卡均取自上述报道与攻略页；角色形象、画面与商标版权归库洛游戏（Kuro Games）所有，此处仅用于非商业性介绍。</a:t>
            </a:r>
            <a:endParaRPr sz="1100" b="0">
              <a:solidFill>
                <a:srgbClr val="6E6E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2427</Words>
  <Application>WPS 演示</Application>
  <PresentationFormat>On-screen Show (4:3)</PresentationFormat>
  <Paragraphs>139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WPS_1757820573</cp:lastModifiedBy>
  <cp:revision>2</cp:revision>
  <dcterms:created xsi:type="dcterms:W3CDTF">2013-01-27T09:14:00Z</dcterms:created>
  <dcterms:modified xsi:type="dcterms:W3CDTF">2026-10-15T11:18:33Z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59754D666D254AC5A21A919D2C182998_12</vt:lpwstr>
  </property>
  <property fmtid="{D5CDD505-2E9C-101B-9397-08002B2CF9AE}" pid="3" name="KSOProductBuildVer">
    <vt:lpwstr>2052-12.1.0.28505</vt:lpwstr>
  </property>
</Properties>
</file>